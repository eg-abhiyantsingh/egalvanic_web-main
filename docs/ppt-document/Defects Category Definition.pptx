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Nunito"/>
      <p:regular r:id="rId7"/>
      <p:bold r:id="rId8"/>
      <p:italic r:id="rId9"/>
      <p:boldItalic r:id="rId10"/>
    </p:embeddedFont>
    <p:embeddedFont>
      <p:font typeface="Maven Pro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MavenPro-regular.fntdata"/><Relationship Id="rId10" Type="http://schemas.openxmlformats.org/officeDocument/2006/relationships/font" Target="fonts/Nunito-boldItalic.fntdata"/><Relationship Id="rId12" Type="http://schemas.openxmlformats.org/officeDocument/2006/relationships/font" Target="fonts/MavenPro-bold.fntdata"/><Relationship Id="rId9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78975" y="80825"/>
            <a:ext cx="4255500" cy="5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Calibri"/>
                <a:ea typeface="Calibri"/>
                <a:cs typeface="Calibri"/>
                <a:sym typeface="Calibri"/>
              </a:rPr>
              <a:t>Defects Category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78975" y="658925"/>
            <a:ext cx="8775300" cy="44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b="1" lang="en-GB" sz="1700">
                <a:latin typeface="Calibri"/>
                <a:ea typeface="Calibri"/>
                <a:cs typeface="Calibri"/>
                <a:sym typeface="Calibri"/>
              </a:rPr>
              <a:t>Functional Defects: </a:t>
            </a:r>
            <a:r>
              <a:rPr lang="en-GB" sz="1500">
                <a:latin typeface="Calibri"/>
                <a:ea typeface="Calibri"/>
                <a:cs typeface="Calibri"/>
                <a:sym typeface="Calibri"/>
              </a:rPr>
              <a:t>These </a:t>
            </a:r>
            <a:r>
              <a:rPr lang="en-GB" sz="1500">
                <a:latin typeface="Calibri"/>
                <a:ea typeface="Calibri"/>
                <a:cs typeface="Calibri"/>
                <a:sym typeface="Calibri"/>
              </a:rPr>
              <a:t>defects</a:t>
            </a:r>
            <a:r>
              <a:rPr lang="en-GB" sz="1500">
                <a:latin typeface="Calibri"/>
                <a:ea typeface="Calibri"/>
                <a:cs typeface="Calibri"/>
                <a:sym typeface="Calibri"/>
              </a:rPr>
              <a:t> are associated with the functionality of a specific software component. For example, a Login button doesn’t allow users to login, an Add to cart button that doesn’t update the cart, a search box not responding to a user’s query, etc.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Calibri"/>
                <a:ea typeface="Calibri"/>
                <a:cs typeface="Calibri"/>
                <a:sym typeface="Calibri"/>
              </a:rPr>
              <a:t>In simple terms, any component in an app or website that doesn’t function as intended is a functional bug.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b="1" lang="en-GB" sz="1700">
                <a:latin typeface="Calibri"/>
                <a:ea typeface="Calibri"/>
                <a:cs typeface="Calibri"/>
                <a:sym typeface="Calibri"/>
              </a:rPr>
              <a:t>Compatibility Defects:</a:t>
            </a:r>
            <a:r>
              <a:rPr lang="en-GB" sz="17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500">
                <a:latin typeface="Calibri"/>
                <a:ea typeface="Calibri"/>
                <a:cs typeface="Calibri"/>
                <a:sym typeface="Calibri"/>
              </a:rPr>
              <a:t>Under this category all those defects will fall which work on one  browsers, hardware, operating system, mobile device but doesn’t work on another type or version of </a:t>
            </a:r>
            <a:r>
              <a:rPr lang="en-GB" sz="1500">
                <a:latin typeface="Calibri"/>
                <a:ea typeface="Calibri"/>
                <a:cs typeface="Calibri"/>
                <a:sym typeface="Calibri"/>
              </a:rPr>
              <a:t>browsers, hardware, operating system, mobile device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b="1" lang="en-GB" sz="1700">
                <a:latin typeface="Calibri"/>
                <a:ea typeface="Calibri"/>
                <a:cs typeface="Calibri"/>
                <a:sym typeface="Calibri"/>
              </a:rPr>
              <a:t>Usability Defects:</a:t>
            </a:r>
            <a:r>
              <a:rPr lang="en-GB" sz="17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500">
                <a:latin typeface="Calibri"/>
                <a:ea typeface="Calibri"/>
                <a:cs typeface="Calibri"/>
                <a:sym typeface="Calibri"/>
              </a:rPr>
              <a:t>Under this category all</a:t>
            </a:r>
            <a:r>
              <a:rPr lang="en-GB" sz="15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500">
                <a:latin typeface="Calibri"/>
                <a:ea typeface="Calibri"/>
                <a:cs typeface="Calibri"/>
                <a:sym typeface="Calibri"/>
              </a:rPr>
              <a:t> the look and feel, font size, alignment, css style and color, scroll bar , content or label overlapping, broken tables or frames related issues will fall.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b="1" lang="en-GB" sz="1700">
                <a:latin typeface="Calibri"/>
                <a:ea typeface="Calibri"/>
                <a:cs typeface="Calibri"/>
                <a:sym typeface="Calibri"/>
              </a:rPr>
              <a:t>Performance Defects:</a:t>
            </a:r>
            <a:r>
              <a:rPr lang="en-GB" sz="17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500">
                <a:latin typeface="Calibri"/>
                <a:ea typeface="Calibri"/>
                <a:cs typeface="Calibri"/>
                <a:sym typeface="Calibri"/>
              </a:rPr>
              <a:t>Performance defects are those bound to software’s speed, response time etc..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❏"/>
            </a:pPr>
            <a:r>
              <a:rPr b="1" lang="en-GB" sz="1700">
                <a:latin typeface="Calibri"/>
                <a:ea typeface="Calibri"/>
                <a:cs typeface="Calibri"/>
                <a:sym typeface="Calibri"/>
              </a:rPr>
              <a:t>Regression Defects:</a:t>
            </a:r>
            <a:r>
              <a:rPr lang="en-GB" sz="1500">
                <a:latin typeface="Calibri"/>
                <a:ea typeface="Calibri"/>
                <a:cs typeface="Calibri"/>
                <a:sym typeface="Calibri"/>
              </a:rPr>
              <a:t> Regression defects are those unexpected defects that result from a fix of another defect or found in regression testing.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