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83F24A-CD72-4BC8-8EB2-E2C2C08DA6F4}">
  <a:tblStyle styleId="{D783F24A-CD72-4BC8-8EB2-E2C2C08DA6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93300" y="181075"/>
            <a:ext cx="8932800" cy="9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latin typeface="Calibri"/>
                <a:ea typeface="Calibri"/>
                <a:cs typeface="Calibri"/>
                <a:sym typeface="Calibri"/>
              </a:rPr>
              <a:t>Difference between Post, Put and Patch</a:t>
            </a:r>
            <a:endParaRPr sz="3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393725" y="111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{D783F24A-CD72-4BC8-8EB2-E2C2C08DA6F4}</a:tableStyleId>
              </a:tblPr>
              <a:tblGrid>
                <a:gridCol w="2877450"/>
                <a:gridCol w="2877450"/>
                <a:gridCol w="2877450"/>
              </a:tblGrid>
              <a:tr h="40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</a:t>
                      </a:r>
                      <a:endParaRPr b="1"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PUT</a:t>
                      </a:r>
                      <a:endParaRPr b="1"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PATCH</a:t>
                      </a:r>
                      <a:endParaRPr b="1" sz="24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2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method always creates a new resource on the server.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232629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method </a:t>
                      </a:r>
                      <a:r>
                        <a:rPr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identifies the given resource from the URL and if it exists, it then replaces the existing resource, otherwise a new resource is created</a:t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232629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method is used for partial update.</a:t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01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232629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successful creation, return HTTP status 201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232629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successful update it returns 200.</a:t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232629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successfully created, will return the HTTP status code 201 (CREATED).</a:t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232629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successful update it returns 200.</a:t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232629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03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Its a non-idempotent request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i.e. if a user hits same requests 2 times it would create another new instance if there is no constraint.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PUT request is idempotent i.e. hitting the same requests twice would update the existing record (No new record created).</a:t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232629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method is non idempotent.</a:t>
                      </a:r>
                      <a:endParaRPr>
                        <a:solidFill>
                          <a:srgbClr val="232629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